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7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87768-A296-30CF-EB5D-C4930E2D4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9FC979-1FA4-069F-D99E-51F5A148C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91ADE-0682-7032-A982-2EDCDFAB8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0B42C-4A2D-20CE-A4F3-BEF2E3A4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A37E03-258C-B2DD-1ABE-DBA60130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17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F41CE-650B-B43F-1B70-FC82AA43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08B28-016D-953D-B8D4-4E456815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5EADE-94D9-A1AF-574D-7D2BC87C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9E3F1-A136-DC52-F09A-CE55F227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37BAC-617A-BB1D-8F34-97F0265B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85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DD6E7-6705-CC0C-C61C-FD338BAA8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8A9EE-B06E-3FCE-A97D-B05DC9180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D44FE7-5A08-1C5D-0F5E-0689DBB8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59891-7F9E-FB47-634D-3EC05529B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5698C-0D37-7AFD-ED0E-DBEE48A4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3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B8954-E219-4D9A-8A1D-F99A6868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0FEEC4-16DC-BFBE-E2F3-4078F000A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531C1C-AA83-013A-A93A-ED240BFCF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C38AE6-51A3-A79A-018F-635F76C5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74A5BA-DCA6-78AE-4C5F-FE44B98F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F43D9C-5592-4718-C3F3-B7D31C42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39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EEFE3-5431-B31F-CA42-A114A6DD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42863D-58DE-3B03-B741-E1275FE9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554CA4-D2E4-D3F0-AD9B-82981B22B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4734ED-EA9B-1A14-AAB5-4F9F06925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C3183A-34B8-20F1-370B-16EF53CE8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534C7B-4EFF-B148-E0F9-14F45593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616B0B-9CE7-D7F8-5431-EA2F2273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DCAFD7-6BF8-20B5-9ACF-2E632AA8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84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DF40F-B08C-9215-D1B4-24E7CBCF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0B437B-380B-0F42-2FE6-B4B935EF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85E01E-FB84-C85C-A1B7-B6CF8016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62F5FC-85F3-9FBC-7E69-FFFF66CC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64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7EA47C-F6DA-2E76-AAFE-DE7F3F44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BAB93A-C8E5-210E-C030-393FD494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692A63-4453-D821-FD9D-338DF5B4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61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A649A-BA73-CDD5-C245-2854D96B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A39D8-7E40-838D-D3D6-9F619423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544FC6-0B13-F96F-6DD1-6D5F4CB2D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BB4056-819C-1300-5E7A-1DF68472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5DF485-838C-3C9B-7B32-2A3FC983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33F18D-B643-5F9D-482C-FB0F26B7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4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0D837-B3E3-42B3-69FE-3A253B0E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291B1D-481C-847B-C1B9-E95932A48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AA8C51-C696-A293-C287-69BBE991C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E7EBFE-492D-464B-D83F-DF0DDFB1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2041EF-529B-80F1-069A-497A930C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0FBF6A-1E81-F43D-58D6-B308A194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7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2A488-6E39-ABCB-8082-F88AF72D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B43A9-265B-2540-82AF-C130C6EA7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A81B4-8255-1A88-FF98-8BEFFFBC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F6E474-9DA0-3B3B-7815-F8B1BD31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F5CEF-F483-8D2F-7C1B-0788FF5D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62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11368F-8CE5-FDA0-9309-62FDC261D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21049E-8637-100C-6001-66892C2C2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82EBD-FDA3-40EC-3153-B82563C5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25F43E-3D21-D927-3C69-6C68BBB8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3F2F26-28EE-631A-BE20-CDB88E84E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15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2CADD3-5C77-0926-898C-F21825F7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7EC479-7A4B-6FB0-99E2-6CD8DC12A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E7347-FF97-E70C-4EA0-8FEBD6649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9C68A-13B4-469D-B920-8649772C2EC4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55F55-234B-D5B7-C8F5-617FBFDF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F2C59-E77C-F989-988F-FB0272C46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E3272-C47B-4620-B301-C9733E54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6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F88577A-6D60-564F-9D21-4AB66088FA30}"/>
              </a:ext>
            </a:extLst>
          </p:cNvPr>
          <p:cNvGrpSpPr/>
          <p:nvPr/>
        </p:nvGrpSpPr>
        <p:grpSpPr>
          <a:xfrm>
            <a:off x="1311088" y="793056"/>
            <a:ext cx="9271747" cy="1663062"/>
            <a:chOff x="1337982" y="1429762"/>
            <a:chExt cx="9271747" cy="166306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F240D4F-AEAF-0EDD-2A9E-38A7B38B1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80" t="-1" r="9431" b="4882"/>
            <a:stretch>
              <a:fillRect/>
            </a:stretch>
          </p:blipFill>
          <p:spPr>
            <a:xfrm>
              <a:off x="1337982" y="1513807"/>
              <a:ext cx="9271747" cy="157901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21D68FA-FDB1-27D0-4FE9-4D8061441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9" t="34205" r="593" b="36927"/>
            <a:stretch>
              <a:fillRect/>
            </a:stretch>
          </p:blipFill>
          <p:spPr>
            <a:xfrm>
              <a:off x="2870946" y="1429762"/>
              <a:ext cx="6205817" cy="35634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B3ABB3E-8E25-E32F-64C1-A733B02C2344}"/>
              </a:ext>
            </a:extLst>
          </p:cNvPr>
          <p:cNvGrpSpPr/>
          <p:nvPr/>
        </p:nvGrpSpPr>
        <p:grpSpPr>
          <a:xfrm>
            <a:off x="1075763" y="3732201"/>
            <a:ext cx="9742394" cy="1653345"/>
            <a:chOff x="1075763" y="3732201"/>
            <a:chExt cx="9742394" cy="165334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0A1E6CE-4718-7380-F3BC-AD6B43422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54" r="9338" b="5073"/>
            <a:stretch>
              <a:fillRect/>
            </a:stretch>
          </p:blipFill>
          <p:spPr>
            <a:xfrm>
              <a:off x="1075763" y="3732201"/>
              <a:ext cx="9742394" cy="165334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F4C760C-DDEF-C4A9-0A9B-68253D526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9" t="34205" r="593" b="36927"/>
            <a:stretch>
              <a:fillRect/>
            </a:stretch>
          </p:blipFill>
          <p:spPr>
            <a:xfrm>
              <a:off x="2844051" y="3732201"/>
              <a:ext cx="6205817" cy="356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82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</dc:creator>
  <cp:lastModifiedBy>CC</cp:lastModifiedBy>
  <cp:revision>1</cp:revision>
  <dcterms:created xsi:type="dcterms:W3CDTF">2026-01-28T08:54:09Z</dcterms:created>
  <dcterms:modified xsi:type="dcterms:W3CDTF">2026-01-28T09:20:50Z</dcterms:modified>
</cp:coreProperties>
</file>